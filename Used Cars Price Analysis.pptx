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269" r:id="rId6"/>
    <p:sldId id="270" r:id="rId7"/>
    <p:sldId id="271" r:id="rId8"/>
    <p:sldId id="272" r:id="rId9"/>
    <p:sldId id="273" r:id="rId10"/>
    <p:sldId id="274" r:id="rId11"/>
    <p:sldId id="278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94619" autoAdjust="0"/>
  </p:normalViewPr>
  <p:slideViewPr>
    <p:cSldViewPr snapToGrid="0">
      <p:cViewPr varScale="1">
        <p:scale>
          <a:sx n="75" d="100"/>
          <a:sy n="75" d="100"/>
        </p:scale>
        <p:origin x="13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818671" cy="3686015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Cars Price Analysis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Narla gagan raj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8A96894-3D62-F40C-83FE-B7320CA6A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464" y="0"/>
            <a:ext cx="5067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CAE8-B325-52FB-530F-105BBD1B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78284-D665-57C4-DB0C-87CA39AF2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studied about used car prices from different brands.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web scraping to collect data from a car-selling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cleaned the data and analyzed it using charts.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was to find which cars give good quality at a low price.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25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9137-DE69-6143-B71D-7580CAF2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170B0-D0E1-E991-C929-016F7D301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74703"/>
            <a:ext cx="10058400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cars are getting popular because they cost less than new 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prices can change a lot depending on the brand, fuel type,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people understand  car prices and which brands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value for money.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58BA1F5-2E6F-309E-9CBE-4DE59235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846" y="1"/>
            <a:ext cx="4062153" cy="64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6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2003-03A9-4C2D-0010-1E210F38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AA1255-19A4-06E0-A783-0BC19C908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21958"/>
            <a:ext cx="10058400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car price variation based on brands.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find high-quality cars that are available at low prices.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what factors affect car prices.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it easier for people to choose a good used car.</a:t>
            </a:r>
          </a:p>
        </p:txBody>
      </p:sp>
    </p:spTree>
    <p:extLst>
      <p:ext uri="{BB962C8B-B14F-4D97-AF65-F5344CB8AC3E}">
        <p14:creationId xmlns:p14="http://schemas.microsoft.com/office/powerpoint/2010/main" val="11706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0D46-D05B-A985-B921-B30FEDF3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F5D39F-6AF3-9411-7F3D-69A19137AF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98102"/>
            <a:ext cx="5740400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web scraping and data analysis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cleaning and handling data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data visualization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 create dashboards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Excel/CSV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 save and manage data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B22D18F-6F05-B76B-2780-91726713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03" t="3482"/>
          <a:stretch/>
        </p:blipFill>
        <p:spPr>
          <a:xfrm>
            <a:off x="7270865" y="0"/>
            <a:ext cx="4921135" cy="64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9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DDD4-0DDD-C3F6-E130-7EC9DCF9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8BC846-7C19-237A-B195-9BF8FFD369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440" y="2304054"/>
            <a:ext cx="7157729" cy="18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Spinny website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information like brand, price, fuel type, car model, etc.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saved in a CSV file for further use.</a:t>
            </a:r>
          </a:p>
        </p:txBody>
      </p:sp>
    </p:spTree>
    <p:extLst>
      <p:ext uri="{BB962C8B-B14F-4D97-AF65-F5344CB8AC3E}">
        <p14:creationId xmlns:p14="http://schemas.microsoft.com/office/powerpoint/2010/main" val="373358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953E-BFD9-D1F6-00EA-4A74C14BB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A9074C-84C8-66C1-14E3-5CFE88667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1486" y="1986118"/>
            <a:ext cx="5014514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or incorrect values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data types (like numbers and text)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Made column names simple and easy to read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brand names and price values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137FD4-D481-A4C1-134D-E1A8A69DB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4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85E7-40A2-A39F-555A-7F12E952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EC3FF7-F509-C7DA-37B1-F7CB8F192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16760"/>
            <a:ext cx="4917440" cy="37607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FCF49-8586-0B9A-0E86-C56C3E43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0" y="2032794"/>
            <a:ext cx="5089390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3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B71D-9928-20F5-57FC-19B9D05A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C929BC-EEF3-009C-5863-78CC740A2D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40030"/>
            <a:ext cx="7750199" cy="277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Brands: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Maruti, Hyundai, Honda had more used cars.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Fuel Types: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Petrol cars were more common than diesel.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Range: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good cars were available between ₹2 lakhs to ₹5 lakhs.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Value: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brands offered low-price cars with good quality and features.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City Effect: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 prices varied by city/location.</a:t>
            </a:r>
          </a:p>
        </p:txBody>
      </p:sp>
    </p:spTree>
    <p:extLst>
      <p:ext uri="{BB962C8B-B14F-4D97-AF65-F5344CB8AC3E}">
        <p14:creationId xmlns:p14="http://schemas.microsoft.com/office/powerpoint/2010/main" val="87618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5312-3719-1981-E9D5-29287DCB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B2CF78-211C-80C5-548A-1DEC2012B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98631"/>
            <a:ext cx="8767144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 price depends on brand, fuel, model, and condition.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brands give better quality cars at lower prices.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 analysis helps buyers make smarter decisions.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was useful to learn about data handling, tools, and real-life problems.</a:t>
            </a:r>
          </a:p>
        </p:txBody>
      </p:sp>
    </p:spTree>
    <p:extLst>
      <p:ext uri="{BB962C8B-B14F-4D97-AF65-F5344CB8AC3E}">
        <p14:creationId xmlns:p14="http://schemas.microsoft.com/office/powerpoint/2010/main" val="455621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4FEE96-11A1-F90A-2F18-A96E7F9F42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2137" y="2698830"/>
            <a:ext cx="10058400" cy="145097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2C775-D0BC-082C-AF1B-F0EA6CB82C16}"/>
              </a:ext>
            </a:extLst>
          </p:cNvPr>
          <p:cNvSpPr txBox="1"/>
          <p:nvPr/>
        </p:nvSpPr>
        <p:spPr>
          <a:xfrm>
            <a:off x="4741025" y="4322619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4F2C13-CE19-BD99-11D9-47100C08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27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4019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{0C739D81-EBC3-41DC-B265-85AF693CC494}tf33845126_win32</Template>
  <TotalTime>426</TotalTime>
  <Words>383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Times New Roman</vt:lpstr>
      <vt:lpstr>Wingdings</vt:lpstr>
      <vt:lpstr>1_RetrospectVTI</vt:lpstr>
      <vt:lpstr>Used Cars Price Analysis</vt:lpstr>
      <vt:lpstr>ABSTRACT</vt:lpstr>
      <vt:lpstr>Introduction</vt:lpstr>
      <vt:lpstr>Project Objective</vt:lpstr>
      <vt:lpstr>Tools Used</vt:lpstr>
      <vt:lpstr>Data Collection</vt:lpstr>
      <vt:lpstr>Data Cleaning</vt:lpstr>
      <vt:lpstr>Dashboards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NARLA GAGAN RAJ</dc:creator>
  <cp:lastModifiedBy>NARLA GAGAN RAJ</cp:lastModifiedBy>
  <cp:revision>11</cp:revision>
  <dcterms:created xsi:type="dcterms:W3CDTF">2025-04-09T16:25:43Z</dcterms:created>
  <dcterms:modified xsi:type="dcterms:W3CDTF">2025-04-16T08:44:41Z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